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" roundtripDataSignature="AMtx7mi8ohges478eucp6SE29kb2NizF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customschemas.google.com/relationships/presentationmetadata" Target="metadata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0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Users/classys/Projects/climpire/public/claw-empire.png" id="16" name="Google Shape;1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101" y="507950"/>
            <a:ext cx="406301" cy="406301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"/>
          <p:cNvSpPr/>
          <p:nvPr/>
        </p:nvSpPr>
        <p:spPr>
          <a:xfrm>
            <a:off x="1244352" y="615851"/>
            <a:ext cx="1010564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Claw Empire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10542538" y="639663"/>
            <a:ext cx="957129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OPEN SOURCE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711101" y="2403574"/>
            <a:ext cx="10985194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347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6347"/>
                </a:solidFill>
                <a:latin typeface="Arial"/>
                <a:ea typeface="Arial"/>
                <a:cs typeface="Arial"/>
                <a:sym typeface="Arial"/>
              </a:rPr>
              <a:t>COMMAND YOUR AI AGENT EMPIRE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711101" y="2781300"/>
            <a:ext cx="10985194" cy="1117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Arial"/>
              <a:buNone/>
            </a:pPr>
            <a:r>
              <a:rPr b="1" i="0" lang="en-US" sz="8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Claw Empire</a:t>
            </a:r>
            <a:endParaRPr b="0" i="0" sz="8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711101" y="4152751"/>
            <a:ext cx="10985194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B0B0B0"/>
                </a:solidFill>
                <a:latin typeface="Arial"/>
                <a:ea typeface="Arial"/>
                <a:cs typeface="Arial"/>
                <a:sym typeface="Arial"/>
              </a:rPr>
              <a:t>Local-first AI Agent Office Simulator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711101" y="5984974"/>
            <a:ext cx="432036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Version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711101" y="6178600"/>
            <a:ext cx="432036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v1.0.8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2150566" y="5984974"/>
            <a:ext cx="7865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License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2150566" y="6178600"/>
            <a:ext cx="786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Apache 2.0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3937546" y="5984974"/>
            <a:ext cx="2998446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Repository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3937546" y="6178600"/>
            <a:ext cx="2998446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github.com/GreenSheep01201/claw-empire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"/>
          <p:cNvSpPr/>
          <p:nvPr/>
        </p:nvSpPr>
        <p:spPr>
          <a:xfrm>
            <a:off x="711101" y="4958358"/>
            <a:ext cx="366411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CLAW EMPIRE v1.0.8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711101" y="5364659"/>
            <a:ext cx="3664110" cy="782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Arial"/>
              <a:buNone/>
            </a:pPr>
            <a:r>
              <a:rPr b="0" i="0" lang="en-US" sz="5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Contents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" name="Google Shape;35;p2"/>
          <p:cNvCxnSpPr/>
          <p:nvPr/>
        </p:nvCxnSpPr>
        <p:spPr>
          <a:xfrm>
            <a:off x="5014466" y="1803648"/>
            <a:ext cx="6466433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2"/>
          <p:cNvSpPr/>
          <p:nvPr/>
        </p:nvSpPr>
        <p:spPr>
          <a:xfrm>
            <a:off x="5014466" y="1402110"/>
            <a:ext cx="368796" cy="244376"/>
          </a:xfrm>
          <a:prstGeom prst="roundRect">
            <a:avLst>
              <a:gd fmla="val 20788" name="adj"/>
            </a:avLst>
          </a:prstGeom>
          <a:solidFill>
            <a:srgbClr val="FF6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5141416" y="1452860"/>
            <a:ext cx="117193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5586413" y="1409998"/>
            <a:ext cx="601237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Core Concept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" name="Google Shape;39;p2"/>
          <p:cNvCxnSpPr/>
          <p:nvPr/>
        </p:nvCxnSpPr>
        <p:spPr>
          <a:xfrm>
            <a:off x="5014466" y="2565499"/>
            <a:ext cx="6466433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" name="Google Shape;40;p2"/>
          <p:cNvSpPr/>
          <p:nvPr/>
        </p:nvSpPr>
        <p:spPr>
          <a:xfrm>
            <a:off x="5014466" y="2163961"/>
            <a:ext cx="386358" cy="244376"/>
          </a:xfrm>
          <a:prstGeom prst="roundRect">
            <a:avLst>
              <a:gd fmla="val 20788" name="adj"/>
            </a:avLst>
          </a:prstGeom>
          <a:solidFill>
            <a:srgbClr val="FF6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5141416" y="2214711"/>
            <a:ext cx="135106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5603974" y="2171849"/>
            <a:ext cx="599446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 Departments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" name="Google Shape;43;p2"/>
          <p:cNvCxnSpPr/>
          <p:nvPr/>
        </p:nvCxnSpPr>
        <p:spPr>
          <a:xfrm>
            <a:off x="5014466" y="3327350"/>
            <a:ext cx="6466433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2"/>
          <p:cNvSpPr/>
          <p:nvPr/>
        </p:nvSpPr>
        <p:spPr>
          <a:xfrm>
            <a:off x="5014466" y="2925812"/>
            <a:ext cx="385911" cy="244376"/>
          </a:xfrm>
          <a:prstGeom prst="roundRect">
            <a:avLst>
              <a:gd fmla="val 20788" name="adj"/>
            </a:avLst>
          </a:prstGeom>
          <a:solidFill>
            <a:srgbClr val="FF6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5141416" y="2976563"/>
            <a:ext cx="134651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5603528" y="2933700"/>
            <a:ext cx="5994919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AI Provider Orchestration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" name="Google Shape;47;p2"/>
          <p:cNvCxnSpPr/>
          <p:nvPr/>
        </p:nvCxnSpPr>
        <p:spPr>
          <a:xfrm>
            <a:off x="5014466" y="4089202"/>
            <a:ext cx="6466433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2"/>
          <p:cNvSpPr/>
          <p:nvPr/>
        </p:nvSpPr>
        <p:spPr>
          <a:xfrm>
            <a:off x="5014466" y="3687663"/>
            <a:ext cx="392460" cy="244376"/>
          </a:xfrm>
          <a:prstGeom prst="roundRect">
            <a:avLst>
              <a:gd fmla="val 20788" name="adj"/>
            </a:avLst>
          </a:prstGeom>
          <a:solidFill>
            <a:srgbClr val="FF6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5141416" y="3738414"/>
            <a:ext cx="14133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5610076" y="3695551"/>
            <a:ext cx="5988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Key Features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" name="Google Shape;51;p2"/>
          <p:cNvCxnSpPr/>
          <p:nvPr/>
        </p:nvCxnSpPr>
        <p:spPr>
          <a:xfrm>
            <a:off x="5014466" y="4851053"/>
            <a:ext cx="6466433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" name="Google Shape;52;p2"/>
          <p:cNvSpPr/>
          <p:nvPr/>
        </p:nvSpPr>
        <p:spPr>
          <a:xfrm>
            <a:off x="5014466" y="4449514"/>
            <a:ext cx="385018" cy="244376"/>
          </a:xfrm>
          <a:prstGeom prst="roundRect">
            <a:avLst>
              <a:gd fmla="val 20788" name="adj"/>
            </a:avLst>
          </a:prstGeom>
          <a:solidFill>
            <a:srgbClr val="FF6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5141416" y="4500265"/>
            <a:ext cx="13374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5602635" y="4457402"/>
            <a:ext cx="599583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Tech Stack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5014466" y="5211366"/>
            <a:ext cx="391864" cy="244376"/>
          </a:xfrm>
          <a:prstGeom prst="roundRect">
            <a:avLst>
              <a:gd fmla="val 20788" name="adj"/>
            </a:avLst>
          </a:prstGeom>
          <a:solidFill>
            <a:srgbClr val="FF6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5141416" y="5262116"/>
            <a:ext cx="140723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5609481" y="5219254"/>
            <a:ext cx="598884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Screenshots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0F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"/>
          <p:cNvSpPr/>
          <p:nvPr/>
        </p:nvSpPr>
        <p:spPr>
          <a:xfrm>
            <a:off x="711101" y="701725"/>
            <a:ext cx="368796" cy="244376"/>
          </a:xfrm>
          <a:prstGeom prst="roundRect">
            <a:avLst>
              <a:gd fmla="val 20788" name="adj"/>
            </a:avLst>
          </a:prstGeom>
          <a:solidFill>
            <a:srgbClr val="FF6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838051" y="752475"/>
            <a:ext cx="117193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1232297" y="609600"/>
            <a:ext cx="2095208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Core Concept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11335494" y="747713"/>
            <a:ext cx="148313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711101" y="2609404"/>
            <a:ext cx="5652751" cy="528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6347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6347"/>
                </a:solidFill>
                <a:latin typeface="Arial"/>
                <a:ea typeface="Arial"/>
                <a:cs typeface="Arial"/>
                <a:sym typeface="Arial"/>
              </a:rPr>
              <a:t>CEO Desk for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711101" y="3239244"/>
            <a:ext cx="5652751" cy="528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AI Agent Empire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711101" y="4072384"/>
            <a:ext cx="5652751" cy="960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Claw Empire is a local-first AI agent office simulator. Users take the role of CEO, directing autonomous AI coding agents through a pixel-art virtual office interface.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6862614" y="1642170"/>
            <a:ext cx="4618137" cy="1317129"/>
          </a:xfrm>
          <a:prstGeom prst="roundRect">
            <a:avLst>
              <a:gd fmla="val 11571" name="adj"/>
            </a:avLst>
          </a:prstGeom>
          <a:solidFill>
            <a:srgbClr val="1A1A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7141964" y="1921520"/>
            <a:ext cx="41406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347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6347"/>
                </a:solidFill>
                <a:latin typeface="Arial"/>
                <a:ea typeface="Arial"/>
                <a:cs typeface="Arial"/>
                <a:sym typeface="Arial"/>
              </a:rPr>
              <a:t>LOCAL-FIRST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7141964" y="2184946"/>
            <a:ext cx="4140625" cy="495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All data stays on your machine. No cloud dependency. Full privacy.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6862614" y="3162449"/>
            <a:ext cx="4618137" cy="1317129"/>
          </a:xfrm>
          <a:prstGeom prst="roundRect">
            <a:avLst>
              <a:gd fmla="val 11571" name="adj"/>
            </a:avLst>
          </a:prstGeom>
          <a:solidFill>
            <a:srgbClr val="1A1A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7141964" y="3441799"/>
            <a:ext cx="41406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347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6347"/>
                </a:solidFill>
                <a:latin typeface="Arial"/>
                <a:ea typeface="Arial"/>
                <a:cs typeface="Arial"/>
                <a:sym typeface="Arial"/>
              </a:rPr>
              <a:t>PIXEL-ART OFFICE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7141964" y="3705225"/>
            <a:ext cx="4140625" cy="495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PixiJS 8 powered animated agents with retro pixel-art aesthetics.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6862614" y="4682728"/>
            <a:ext cx="4618137" cy="1317129"/>
          </a:xfrm>
          <a:prstGeom prst="roundRect">
            <a:avLst>
              <a:gd fmla="val 11571" name="adj"/>
            </a:avLst>
          </a:prstGeom>
          <a:solidFill>
            <a:srgbClr val="1A1A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7141964" y="4962079"/>
            <a:ext cx="41406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347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6347"/>
                </a:solidFill>
                <a:latin typeface="Arial"/>
                <a:ea typeface="Arial"/>
                <a:cs typeface="Arial"/>
                <a:sym typeface="Arial"/>
              </a:rPr>
              <a:t>MULTI-PROVIDER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7141964" y="5225504"/>
            <a:ext cx="4140625" cy="495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6 AI providers supported. Claude, Codex, Gemini, and more.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0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"/>
          <p:cNvSpPr/>
          <p:nvPr/>
        </p:nvSpPr>
        <p:spPr>
          <a:xfrm>
            <a:off x="711101" y="701725"/>
            <a:ext cx="386358" cy="244376"/>
          </a:xfrm>
          <a:prstGeom prst="roundRect">
            <a:avLst>
              <a:gd fmla="val 20788" name="adj"/>
            </a:avLst>
          </a:prstGeom>
          <a:solidFill>
            <a:srgbClr val="FF6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838051" y="752475"/>
            <a:ext cx="135106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1249859" y="609600"/>
            <a:ext cx="2327014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 Departments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11330434" y="747713"/>
            <a:ext cx="1534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711101" y="1393775"/>
            <a:ext cx="3454450" cy="2325737"/>
          </a:xfrm>
          <a:prstGeom prst="roundRect">
            <a:avLst>
              <a:gd fmla="val 5461" name="adj"/>
            </a:avLst>
          </a:prstGeom>
          <a:solidFill>
            <a:srgbClr val="1A1A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9" name="Google Shape;89;p4"/>
          <p:cNvCxnSpPr/>
          <p:nvPr/>
        </p:nvCxnSpPr>
        <p:spPr>
          <a:xfrm>
            <a:off x="730151" y="1393775"/>
            <a:ext cx="0" cy="2325737"/>
          </a:xfrm>
          <a:prstGeom prst="straightConnector1">
            <a:avLst/>
          </a:prstGeom>
          <a:noFill/>
          <a:ln cap="flat" cmpd="sng" w="38100">
            <a:solidFill>
              <a:srgbClr val="FF634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" name="Google Shape;90;p4"/>
          <p:cNvSpPr/>
          <p:nvPr/>
        </p:nvSpPr>
        <p:spPr>
          <a:xfrm>
            <a:off x="1054001" y="1698575"/>
            <a:ext cx="286288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347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F6347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1054001" y="2963912"/>
            <a:ext cx="286288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Planning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1054001" y="3252788"/>
            <a:ext cx="286288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Strategy &amp; Requirements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4368701" y="1393775"/>
            <a:ext cx="3454450" cy="2325737"/>
          </a:xfrm>
          <a:prstGeom prst="roundRect">
            <a:avLst>
              <a:gd fmla="val 5461" name="adj"/>
            </a:avLst>
          </a:prstGeom>
          <a:solidFill>
            <a:srgbClr val="1A1A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4" name="Google Shape;94;p4"/>
          <p:cNvCxnSpPr/>
          <p:nvPr/>
        </p:nvCxnSpPr>
        <p:spPr>
          <a:xfrm>
            <a:off x="4387751" y="1393775"/>
            <a:ext cx="0" cy="2325737"/>
          </a:xfrm>
          <a:prstGeom prst="straightConnector1">
            <a:avLst/>
          </a:prstGeom>
          <a:noFill/>
          <a:ln cap="flat" cmpd="sng" w="38100">
            <a:solidFill>
              <a:srgbClr val="4ECDC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" name="Google Shape;95;p4"/>
          <p:cNvSpPr/>
          <p:nvPr/>
        </p:nvSpPr>
        <p:spPr>
          <a:xfrm>
            <a:off x="4711601" y="1698575"/>
            <a:ext cx="286288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CDC4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4ECDC4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4711601" y="2963912"/>
            <a:ext cx="286288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Development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4711601" y="3252788"/>
            <a:ext cx="286288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Code Implementation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8026301" y="1393775"/>
            <a:ext cx="3454598" cy="2325737"/>
          </a:xfrm>
          <a:prstGeom prst="roundRect">
            <a:avLst>
              <a:gd fmla="val 5461" name="adj"/>
            </a:avLst>
          </a:prstGeom>
          <a:solidFill>
            <a:srgbClr val="1A1A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9" name="Google Shape;99;p4"/>
          <p:cNvCxnSpPr/>
          <p:nvPr/>
        </p:nvCxnSpPr>
        <p:spPr>
          <a:xfrm>
            <a:off x="8045351" y="1393775"/>
            <a:ext cx="0" cy="2325737"/>
          </a:xfrm>
          <a:prstGeom prst="straightConnector1">
            <a:avLst/>
          </a:prstGeom>
          <a:noFill/>
          <a:ln cap="flat" cmpd="sng" w="38100">
            <a:solidFill>
              <a:srgbClr val="45B7D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0" name="Google Shape;100;p4"/>
          <p:cNvSpPr/>
          <p:nvPr/>
        </p:nvSpPr>
        <p:spPr>
          <a:xfrm>
            <a:off x="8369201" y="1698575"/>
            <a:ext cx="2863036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B7D1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45B7D1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8369201" y="2963912"/>
            <a:ext cx="2863036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Design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8369201" y="3252788"/>
            <a:ext cx="2863036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UI/UX &amp; Visual Assets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711101" y="3922663"/>
            <a:ext cx="3454450" cy="2325737"/>
          </a:xfrm>
          <a:prstGeom prst="roundRect">
            <a:avLst>
              <a:gd fmla="val 5461" name="adj"/>
            </a:avLst>
          </a:prstGeom>
          <a:solidFill>
            <a:srgbClr val="1A1A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4" name="Google Shape;104;p4"/>
          <p:cNvCxnSpPr/>
          <p:nvPr/>
        </p:nvCxnSpPr>
        <p:spPr>
          <a:xfrm>
            <a:off x="730151" y="3922663"/>
            <a:ext cx="0" cy="2325737"/>
          </a:xfrm>
          <a:prstGeom prst="straightConnector1">
            <a:avLst/>
          </a:prstGeom>
          <a:noFill/>
          <a:ln cap="flat" cmpd="sng" w="38100">
            <a:solidFill>
              <a:srgbClr val="F7DC6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5" name="Google Shape;105;p4"/>
          <p:cNvSpPr/>
          <p:nvPr/>
        </p:nvSpPr>
        <p:spPr>
          <a:xfrm>
            <a:off x="1054001" y="4227463"/>
            <a:ext cx="286288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DC6F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7DC6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1054001" y="5492800"/>
            <a:ext cx="286288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QA / QC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1054001" y="5781675"/>
            <a:ext cx="286288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Testing &amp; Quality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4368701" y="3922663"/>
            <a:ext cx="3454450" cy="2325737"/>
          </a:xfrm>
          <a:prstGeom prst="roundRect">
            <a:avLst>
              <a:gd fmla="val 5461" name="adj"/>
            </a:avLst>
          </a:prstGeom>
          <a:solidFill>
            <a:srgbClr val="1A1A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9" name="Google Shape;109;p4"/>
          <p:cNvCxnSpPr/>
          <p:nvPr/>
        </p:nvCxnSpPr>
        <p:spPr>
          <a:xfrm>
            <a:off x="4387751" y="3922663"/>
            <a:ext cx="0" cy="2325737"/>
          </a:xfrm>
          <a:prstGeom prst="straightConnector1">
            <a:avLst/>
          </a:prstGeom>
          <a:noFill/>
          <a:ln cap="flat" cmpd="sng" w="38100">
            <a:solidFill>
              <a:srgbClr val="BB8FC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0" name="Google Shape;110;p4"/>
          <p:cNvSpPr/>
          <p:nvPr/>
        </p:nvSpPr>
        <p:spPr>
          <a:xfrm>
            <a:off x="4711601" y="4227463"/>
            <a:ext cx="286288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8FCE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BB8FCE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4711601" y="5492800"/>
            <a:ext cx="286288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DevSecOps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4711601" y="5781675"/>
            <a:ext cx="286288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Security &amp; Infrastructure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8026301" y="3922663"/>
            <a:ext cx="3454598" cy="2325737"/>
          </a:xfrm>
          <a:prstGeom prst="roundRect">
            <a:avLst>
              <a:gd fmla="val 5461" name="adj"/>
            </a:avLst>
          </a:prstGeom>
          <a:solidFill>
            <a:srgbClr val="1A1A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4" name="Google Shape;114;p4"/>
          <p:cNvCxnSpPr/>
          <p:nvPr/>
        </p:nvCxnSpPr>
        <p:spPr>
          <a:xfrm>
            <a:off x="8045351" y="3922663"/>
            <a:ext cx="0" cy="2325737"/>
          </a:xfrm>
          <a:prstGeom prst="straightConnector1">
            <a:avLst/>
          </a:prstGeom>
          <a:noFill/>
          <a:ln cap="flat" cmpd="sng" w="3810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5" name="Google Shape;115;p4"/>
          <p:cNvSpPr/>
          <p:nvPr/>
        </p:nvSpPr>
        <p:spPr>
          <a:xfrm>
            <a:off x="8369201" y="4227463"/>
            <a:ext cx="2863036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E74C3C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8369201" y="5492800"/>
            <a:ext cx="2863036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Operations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8369201" y="5781675"/>
            <a:ext cx="2863036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Deployment &amp; Monitoring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0F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"/>
          <p:cNvSpPr/>
          <p:nvPr/>
        </p:nvSpPr>
        <p:spPr>
          <a:xfrm>
            <a:off x="711101" y="701725"/>
            <a:ext cx="381149" cy="234851"/>
          </a:xfrm>
          <a:prstGeom prst="roundRect">
            <a:avLst>
              <a:gd fmla="val 21631" name="adj"/>
            </a:avLst>
          </a:prstGeom>
          <a:solidFill>
            <a:srgbClr val="FF6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838051" y="752475"/>
            <a:ext cx="129793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1244650" y="609600"/>
            <a:ext cx="4413873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AI Provider Orchestration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11339661" y="747713"/>
            <a:ext cx="144063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711101" y="1384250"/>
            <a:ext cx="3454450" cy="2330500"/>
          </a:xfrm>
          <a:prstGeom prst="roundRect">
            <a:avLst>
              <a:gd fmla="val 5449" name="adj"/>
            </a:avLst>
          </a:prstGeom>
          <a:solidFill>
            <a:srgbClr val="1A1A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1015901" y="2122438"/>
            <a:ext cx="290174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Claude Code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1015901" y="2557314"/>
            <a:ext cx="2901747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Anthropic's Claude for advanced reasoning and code generation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4368701" y="1384250"/>
            <a:ext cx="3454450" cy="2330500"/>
          </a:xfrm>
          <a:prstGeom prst="roundRect">
            <a:avLst>
              <a:gd fmla="val 5449" name="adj"/>
            </a:avLst>
          </a:prstGeom>
          <a:solidFill>
            <a:srgbClr val="1A1A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4673501" y="2122438"/>
            <a:ext cx="290174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Codex CLI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4673501" y="2557314"/>
            <a:ext cx="2901747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OpenAI Codex for efficient code completion and automation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8026301" y="1384250"/>
            <a:ext cx="3454598" cy="2330500"/>
          </a:xfrm>
          <a:prstGeom prst="roundRect">
            <a:avLst>
              <a:gd fmla="val 5449" name="adj"/>
            </a:avLst>
          </a:prstGeom>
          <a:solidFill>
            <a:srgbClr val="1A1A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8331101" y="2122438"/>
            <a:ext cx="2901898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Gemini CLI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8331101" y="2557314"/>
            <a:ext cx="2901898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Google Gemini for multimodal understanding and generation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711101" y="3917900"/>
            <a:ext cx="3454450" cy="2330500"/>
          </a:xfrm>
          <a:prstGeom prst="roundRect">
            <a:avLst>
              <a:gd fmla="val 5449" name="adj"/>
            </a:avLst>
          </a:prstGeom>
          <a:solidFill>
            <a:srgbClr val="1A1A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1015901" y="4656088"/>
            <a:ext cx="290174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OpenCode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1015901" y="5090964"/>
            <a:ext cx="2901747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Open-source alternative for flexible AI-powered development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4368701" y="3917900"/>
            <a:ext cx="3454450" cy="2330500"/>
          </a:xfrm>
          <a:prstGeom prst="roundRect">
            <a:avLst>
              <a:gd fmla="val 5449" name="adj"/>
            </a:avLst>
          </a:prstGeom>
          <a:solidFill>
            <a:srgbClr val="1A1A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4673501" y="4656088"/>
            <a:ext cx="290174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GitHub Copilot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4673501" y="5090964"/>
            <a:ext cx="2901747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Microsoft's AI pair programmer with deep GitHub integration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8026301" y="3917900"/>
            <a:ext cx="3454598" cy="2330500"/>
          </a:xfrm>
          <a:prstGeom prst="roundRect">
            <a:avLst>
              <a:gd fmla="val 5449" name="adj"/>
            </a:avLst>
          </a:prstGeom>
          <a:solidFill>
            <a:srgbClr val="1A1A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8331101" y="4656088"/>
            <a:ext cx="2901898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Antigravity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8331101" y="5090964"/>
            <a:ext cx="2901898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Specialized AI agent for innovative development workflows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0F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"/>
          <p:cNvSpPr/>
          <p:nvPr/>
        </p:nvSpPr>
        <p:spPr>
          <a:xfrm>
            <a:off x="711101" y="701725"/>
            <a:ext cx="392460" cy="244376"/>
          </a:xfrm>
          <a:prstGeom prst="roundRect">
            <a:avLst>
              <a:gd fmla="val 20788" name="adj"/>
            </a:avLst>
          </a:prstGeom>
          <a:solidFill>
            <a:srgbClr val="FF6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838051" y="752475"/>
            <a:ext cx="14133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1255961" y="609600"/>
            <a:ext cx="202052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Key Features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11330434" y="747713"/>
            <a:ext cx="1534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711101" y="1393775"/>
            <a:ext cx="5283250" cy="1123057"/>
          </a:xfrm>
          <a:prstGeom prst="roundRect">
            <a:avLst>
              <a:gd fmla="val 11308" name="adj"/>
            </a:avLst>
          </a:prstGeom>
          <a:solidFill>
            <a:srgbClr val="1A1A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990451" y="1673126"/>
            <a:ext cx="481904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347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6347"/>
                </a:solidFill>
                <a:latin typeface="Arial"/>
                <a:ea typeface="Arial"/>
                <a:cs typeface="Arial"/>
                <a:sym typeface="Arial"/>
              </a:rPr>
              <a:t>Kanban Board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990451" y="1993702"/>
            <a:ext cx="481904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Inbox, Planned, Collaborating, In Progress, Review, Done workflow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711101" y="2719983"/>
            <a:ext cx="5283250" cy="1123057"/>
          </a:xfrm>
          <a:prstGeom prst="roundRect">
            <a:avLst>
              <a:gd fmla="val 11308" name="adj"/>
            </a:avLst>
          </a:prstGeom>
          <a:solidFill>
            <a:srgbClr val="1A1A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990451" y="2999333"/>
            <a:ext cx="481904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CDC4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4ECDC4"/>
                </a:solidFill>
                <a:latin typeface="Arial"/>
                <a:ea typeface="Arial"/>
                <a:cs typeface="Arial"/>
                <a:sym typeface="Arial"/>
              </a:rPr>
              <a:t>CEO Directives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990451" y="3319909"/>
            <a:ext cx="481904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$-prefixed commands for direct agent control and task management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711101" y="4046190"/>
            <a:ext cx="5283250" cy="1123057"/>
          </a:xfrm>
          <a:prstGeom prst="roundRect">
            <a:avLst>
              <a:gd fmla="val 11308" name="adj"/>
            </a:avLst>
          </a:prstGeom>
          <a:solidFill>
            <a:srgbClr val="1A1A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990451" y="4325541"/>
            <a:ext cx="481904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B7D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45B7D1"/>
                </a:solidFill>
                <a:latin typeface="Arial"/>
                <a:ea typeface="Arial"/>
                <a:cs typeface="Arial"/>
                <a:sym typeface="Arial"/>
              </a:rPr>
              <a:t>Git Worktree Isolation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990451" y="4646116"/>
            <a:ext cx="481904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Each agent works in its own isolated git worktree for safety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6197501" y="1393775"/>
            <a:ext cx="5283398" cy="1123057"/>
          </a:xfrm>
          <a:prstGeom prst="roundRect">
            <a:avLst>
              <a:gd fmla="val 11308" name="adj"/>
            </a:avLst>
          </a:prstGeom>
          <a:solidFill>
            <a:srgbClr val="1A1A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6476851" y="1673126"/>
            <a:ext cx="481919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DC6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7DC6F"/>
                </a:solidFill>
                <a:latin typeface="Arial"/>
                <a:ea typeface="Arial"/>
                <a:cs typeface="Arial"/>
                <a:sym typeface="Arial"/>
              </a:rPr>
              <a:t>600+ Skills Library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6476851" y="1993702"/>
            <a:ext cx="4819192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Organized across 6 categories for comprehensive agent capabilities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6197501" y="2719983"/>
            <a:ext cx="5283398" cy="1123057"/>
          </a:xfrm>
          <a:prstGeom prst="roundRect">
            <a:avLst>
              <a:gd fmla="val 11308" name="adj"/>
            </a:avLst>
          </a:prstGeom>
          <a:solidFill>
            <a:srgbClr val="1A1A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6476851" y="2999333"/>
            <a:ext cx="481919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8FC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BB8FCE"/>
                </a:solidFill>
                <a:latin typeface="Arial"/>
                <a:ea typeface="Arial"/>
                <a:cs typeface="Arial"/>
                <a:sym typeface="Arial"/>
              </a:rPr>
              <a:t>Meeting System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6476851" y="3319909"/>
            <a:ext cx="4819192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AI-generated meeting minutes with automatic task extraction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6197501" y="4046190"/>
            <a:ext cx="5283398" cy="1123057"/>
          </a:xfrm>
          <a:prstGeom prst="roundRect">
            <a:avLst>
              <a:gd fmla="val 11308" name="adj"/>
            </a:avLst>
          </a:prstGeom>
          <a:solidFill>
            <a:srgbClr val="1A1A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6476851" y="4325541"/>
            <a:ext cx="481919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74C3C"/>
                </a:solidFill>
                <a:latin typeface="Arial"/>
                <a:ea typeface="Arial"/>
                <a:cs typeface="Arial"/>
                <a:sym typeface="Arial"/>
              </a:rPr>
              <a:t>Multi-Language Support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6476851" y="4646116"/>
            <a:ext cx="4819192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EN, KO, JA, ZH with Telegram, Discord, Slack integration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0F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"/>
          <p:cNvSpPr/>
          <p:nvPr/>
        </p:nvSpPr>
        <p:spPr>
          <a:xfrm>
            <a:off x="711101" y="701725"/>
            <a:ext cx="381149" cy="234851"/>
          </a:xfrm>
          <a:prstGeom prst="roundRect">
            <a:avLst>
              <a:gd fmla="val 21631" name="adj"/>
            </a:avLst>
          </a:prstGeom>
          <a:solidFill>
            <a:srgbClr val="FF63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838051" y="752475"/>
            <a:ext cx="129793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1244650" y="609600"/>
            <a:ext cx="18884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Tech Stack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11339661" y="747713"/>
            <a:ext cx="144063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711101" y="1384250"/>
            <a:ext cx="5232499" cy="1823889"/>
          </a:xfrm>
          <a:prstGeom prst="roundRect">
            <a:avLst>
              <a:gd fmla="val 6963" name="adj"/>
            </a:avLst>
          </a:prstGeom>
          <a:solidFill>
            <a:srgbClr val="1A1A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990451" y="1663601"/>
            <a:ext cx="4767274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347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6347"/>
                </a:solidFill>
                <a:latin typeface="Arial"/>
                <a:ea typeface="Arial"/>
                <a:cs typeface="Arial"/>
                <a:sym typeface="Arial"/>
              </a:rPr>
              <a:t>FRONTEND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990451" y="1968401"/>
            <a:ext cx="4767274" cy="3201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React 19</a:t>
            </a: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+ Vite 7 + TypeScript 5.9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990451" y="2288530"/>
            <a:ext cx="4767274" cy="3201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Tailwind CSS 4</a:t>
            </a: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for styling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990451" y="2608659"/>
            <a:ext cx="4767274" cy="3201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PixiJS 8</a:t>
            </a: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for pixel art rendering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711101" y="3411289"/>
            <a:ext cx="5232499" cy="1823889"/>
          </a:xfrm>
          <a:prstGeom prst="roundRect">
            <a:avLst>
              <a:gd fmla="val 6963" name="adj"/>
            </a:avLst>
          </a:prstGeom>
          <a:solidFill>
            <a:srgbClr val="1A1A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990451" y="3690640"/>
            <a:ext cx="4767274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CDC4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4ECDC4"/>
                </a:solidFill>
                <a:latin typeface="Arial"/>
                <a:ea typeface="Arial"/>
                <a:cs typeface="Arial"/>
                <a:sym typeface="Arial"/>
              </a:rPr>
              <a:t>BACKEND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990451" y="3995440"/>
            <a:ext cx="4767274" cy="3201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Express 5</a:t>
            </a: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+ Node.js &gt;= 22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990451" y="4315569"/>
            <a:ext cx="4767274" cy="3201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SQLite</a:t>
            </a: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local database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990451" y="4635698"/>
            <a:ext cx="4767274" cy="3201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WebSocket</a:t>
            </a: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real-time sync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6248400" y="1384250"/>
            <a:ext cx="5232499" cy="1823889"/>
          </a:xfrm>
          <a:prstGeom prst="roundRect">
            <a:avLst>
              <a:gd fmla="val 6963" name="adj"/>
            </a:avLst>
          </a:prstGeom>
          <a:solidFill>
            <a:srgbClr val="1A1A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6527750" y="1663601"/>
            <a:ext cx="4767274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8FCE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BB8FCE"/>
                </a:solidFill>
                <a:latin typeface="Arial"/>
                <a:ea typeface="Arial"/>
                <a:cs typeface="Arial"/>
                <a:sym typeface="Arial"/>
              </a:rPr>
              <a:t>SECURITY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6527750" y="1968401"/>
            <a:ext cx="4767274" cy="3201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AES-256-GCM</a:t>
            </a: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encryption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6527750" y="2288530"/>
            <a:ext cx="4767274" cy="3201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Zod 4</a:t>
            </a: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schema validation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6527750" y="2608659"/>
            <a:ext cx="4767274" cy="3201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Git Worktree</a:t>
            </a: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isolated execution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6248400" y="3411289"/>
            <a:ext cx="5232499" cy="1823889"/>
          </a:xfrm>
          <a:prstGeom prst="roundRect">
            <a:avLst>
              <a:gd fmla="val 6963" name="adj"/>
            </a:avLst>
          </a:prstGeom>
          <a:solidFill>
            <a:srgbClr val="1A1A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6527750" y="3690640"/>
            <a:ext cx="4767274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DC6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7DC6F"/>
                </a:solidFill>
                <a:latin typeface="Arial"/>
                <a:ea typeface="Arial"/>
                <a:cs typeface="Arial"/>
                <a:sym typeface="Arial"/>
              </a:rPr>
              <a:t>TOOLING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6527750" y="3995440"/>
            <a:ext cx="4767274" cy="3201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pnpm</a:t>
            </a: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package manager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6527750" y="4315569"/>
            <a:ext cx="4767274" cy="3201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ESLint + Prettier</a:t>
            </a: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code quality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6527750" y="4635698"/>
            <a:ext cx="4767274" cy="3201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OpenClaw Gateway</a:t>
            </a: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messenger bridge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0F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Users/classys/Projects/climpire/public/claw-empire.png" id="206" name="Google Shape;20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101" y="711101"/>
            <a:ext cx="406301" cy="406301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9"/>
          <p:cNvSpPr/>
          <p:nvPr/>
        </p:nvSpPr>
        <p:spPr>
          <a:xfrm>
            <a:off x="1244352" y="804714"/>
            <a:ext cx="96623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Claw Empire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711101" y="2764185"/>
            <a:ext cx="10985194" cy="853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Arial"/>
              <a:buNone/>
            </a:pPr>
            <a:r>
              <a:rPr b="0" i="0" lang="en-US" sz="5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711101" y="3820716"/>
            <a:ext cx="10985194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Command Your AI Agent Empire from the CEO Desk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711101" y="5743724"/>
            <a:ext cx="3039282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GitHub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711101" y="5946874"/>
            <a:ext cx="3039282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github.com/GreenSheep01201/claw-empire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4706689" y="5743724"/>
            <a:ext cx="798948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License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4706689" y="5946874"/>
            <a:ext cx="798948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Apache 2.0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6505873" y="5743724"/>
            <a:ext cx="430214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Version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6505873" y="5946874"/>
            <a:ext cx="430214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v1.0.8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2026-02-20T13:14:41Z</dcterms:created>
  <dc:creator>PptxGenJS</dc:creator>
</cp:coreProperties>
</file>